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009542-4FA0-30F0-9601-6987B00EDCE3}" v="21" dt="2026-05-31T13:22:22.605"/>
    <p1510:client id="{B48949DD-EB7A-4AA4-BF30-39DCE0DB989D}" v="4" dt="2026-05-31T13:05:43.0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0871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Just Drive</a:t>
            </a:r>
            <a:r>
              <a:rPr lang="en-US" sz="5200" b="1" dirty="0">
                <a:solidFill>
                  <a:srgbClr val="F26B1F"/>
                </a:solidFill>
              </a:rPr>
              <a:t>.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0" y="2834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9D2E0"/>
                </a:solidFill>
              </a:rPr>
              <a:t>Redouane El Morabet &amp; Ilias Baaouch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Inspiration Lab  ·  2025–2026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</a:rPr>
              <a:t>Het probleem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2D"/>
                </a:solidFill>
              </a:rPr>
              <a:t>Te duur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Tussenpersonen verhogen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de prijs met gemiddeld 30%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606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8" name="Text 6"/>
          <p:cNvSpPr/>
          <p:nvPr/>
        </p:nvSpPr>
        <p:spPr>
          <a:xfrm>
            <a:off x="3291840" y="12801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😵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91840" y="19659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2D"/>
                </a:solidFill>
              </a:rPr>
              <a:t>Onoverzichtelijk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91840" y="242316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Tientallen sites,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honderden opties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606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12" name="Text 10"/>
          <p:cNvSpPr/>
          <p:nvPr/>
        </p:nvSpPr>
        <p:spPr>
          <a:xfrm>
            <a:off x="6126480" y="12801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❓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26480" y="19659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2D"/>
                </a:solidFill>
              </a:rPr>
              <a:t>Verborgen kosten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26480" y="242316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Prijs bij boeking ≠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prijs bij betaling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Wat is JustDrive?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2E0"/>
                </a:solidFill>
              </a:rPr>
              <a:t>Een desktop applicatie die klanten rechtstreeks verbindt met autoverhuurbedrijven.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3931920" cy="3200400"/>
          </a:xfrm>
          <a:prstGeom prst="rect">
            <a:avLst/>
          </a:prstGeom>
          <a:solidFill>
            <a:srgbClr val="162338"/>
          </a:solidFill>
          <a:ln w="12700">
            <a:solidFill>
              <a:srgbClr val="1C2B45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3931920" cy="457200"/>
          </a:xfrm>
          <a:prstGeom prst="rect">
            <a:avLst/>
          </a:prstGeom>
          <a:solidFill>
            <a:srgbClr val="F26B1F"/>
          </a:solidFill>
          <a:ln w="12700">
            <a:solidFill>
              <a:srgbClr val="F26B1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👤  Voor de klant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2E0"/>
                </a:solidFill>
              </a:rPr>
              <a:t>• Auto zoeken &amp; filteren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2E0"/>
                </a:solidFill>
              </a:rPr>
              <a:t>• Auto's vergelijken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2E0"/>
                </a:solidFill>
              </a:rPr>
              <a:t>• Direct reserveren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2E0"/>
                </a:solidFill>
              </a:rPr>
              <a:t>• Favorieten opslaan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2E0"/>
                </a:solidFill>
              </a:rPr>
              <a:t>• Schade melden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2E0"/>
                </a:solidFill>
              </a:rPr>
              <a:t>• Reservatiegeschiedenis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554480"/>
            <a:ext cx="4206240" cy="3200400"/>
          </a:xfrm>
          <a:prstGeom prst="rect">
            <a:avLst/>
          </a:prstGeom>
          <a:solidFill>
            <a:srgbClr val="162338"/>
          </a:solidFill>
          <a:ln w="12700">
            <a:solidFill>
              <a:srgbClr val="1C2B45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9" name="Shape 7"/>
          <p:cNvSpPr/>
          <p:nvPr/>
        </p:nvSpPr>
        <p:spPr>
          <a:xfrm>
            <a:off x="4572000" y="1554480"/>
            <a:ext cx="4206240" cy="457200"/>
          </a:xfrm>
          <a:prstGeom prst="rect">
            <a:avLst/>
          </a:prstGeom>
          <a:solidFill>
            <a:srgbClr val="1C2B45"/>
          </a:solidFill>
          <a:ln w="12700">
            <a:solidFill>
              <a:srgbClr val="1C2B45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0" name="Text 8"/>
          <p:cNvSpPr/>
          <p:nvPr/>
        </p:nvSpPr>
        <p:spPr>
          <a:xfrm>
            <a:off x="4572000" y="1554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🏢  Voor het bedrijf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210312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2E0"/>
                </a:solidFill>
              </a:rPr>
              <a:t>• Auto's toevoegen &amp; beheren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2E0"/>
                </a:solidFill>
              </a:rPr>
              <a:t>• Reservaties opvolgen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2E0"/>
                </a:solidFill>
              </a:rPr>
              <a:t>• Klantgeschiedenis bekijken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2E0"/>
                </a:solidFill>
              </a:rPr>
              <a:t>• Schaderapport per auto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2E0"/>
                </a:solidFill>
              </a:rPr>
              <a:t>• Omzet overzicht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26B1F"/>
          </a:solidFill>
          <a:ln w="12700">
            <a:solidFill>
              <a:srgbClr val="F26B1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</a:rPr>
              <a:t>Klant — hoe werkt het?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84048" cy="384048"/>
          </a:xfrm>
          <a:prstGeom prst="ellipse">
            <a:avLst/>
          </a:prstGeom>
          <a:solidFill>
            <a:srgbClr val="F26B1F"/>
          </a:solidFill>
          <a:ln w="12700">
            <a:solidFill>
              <a:srgbClr val="F26B1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005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</a:rPr>
              <a:t>Registreren &amp; inloggen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10058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Account aanmaken als particulier of bedrijf. Wachtwoord vergeten? Verificatie via e-mail.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384048" cy="384048"/>
          </a:xfrm>
          <a:prstGeom prst="ellipse">
            <a:avLst/>
          </a:prstGeom>
          <a:solidFill>
            <a:srgbClr val="F26B1F"/>
          </a:solidFill>
          <a:ln w="12700">
            <a:solidFill>
              <a:srgbClr val="F26B1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</a:rPr>
              <a:t>Auto zoeken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17830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Filteren op type, brandstof, transmissie, prijs en datum. Resultaten van alle bedrijven in één overzicht.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384048" cy="384048"/>
          </a:xfrm>
          <a:prstGeom prst="ellipse">
            <a:avLst/>
          </a:prstGeom>
          <a:solidFill>
            <a:srgbClr val="F26B1F"/>
          </a:solidFill>
          <a:ln w="12700">
            <a:solidFill>
              <a:srgbClr val="F26B1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3" name="Text 11"/>
          <p:cNvSpPr/>
          <p:nvPr/>
        </p:nvSpPr>
        <p:spPr>
          <a:xfrm>
            <a:off x="36576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560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</a:rPr>
              <a:t>Vergelijken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25603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Meerdere auto's naast elkaar vergelijken op borg, verbruik, prijs en meer.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384048" cy="384048"/>
          </a:xfrm>
          <a:prstGeom prst="ellipse">
            <a:avLst/>
          </a:prstGeom>
          <a:solidFill>
            <a:srgbClr val="F26B1F"/>
          </a:solidFill>
          <a:ln w="12700">
            <a:solidFill>
              <a:srgbClr val="F26B1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7" name="Text 15"/>
          <p:cNvSpPr/>
          <p:nvPr/>
        </p:nvSpPr>
        <p:spPr>
          <a:xfrm>
            <a:off x="36576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337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</a:rPr>
              <a:t>Reserveren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33375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Ophaal- en retourdatum kiezen. Totaalprijs wordt automatisch berekend. Direct bevestigd.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160520"/>
            <a:ext cx="384048" cy="384048"/>
          </a:xfrm>
          <a:prstGeom prst="ellipse">
            <a:avLst/>
          </a:prstGeom>
          <a:solidFill>
            <a:srgbClr val="F26B1F"/>
          </a:solidFill>
          <a:ln w="12700">
            <a:solidFill>
              <a:srgbClr val="F26B1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1" name="Text 19"/>
          <p:cNvSpPr/>
          <p:nvPr/>
        </p:nvSpPr>
        <p:spPr>
          <a:xfrm>
            <a:off x="3657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4114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</a:rPr>
              <a:t>Na de verhuur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0" y="41148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Beoordeling achterlaten, schade melden met beschrijving en schadegrraad, factuur bekijken.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</a:rPr>
              <a:t>Bedrijf — wat kunnen ze doen?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🚗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1143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</a:rPr>
              <a:t>Vloot beheren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57276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Auto's toevoegen met alle details: merk, model, prijs, brandstof, transmissie, nummerplaat...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8" name="Text 6"/>
          <p:cNvSpPr/>
          <p:nvPr/>
        </p:nvSpPr>
        <p:spPr>
          <a:xfrm>
            <a:off x="489204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32120" y="1143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</a:rPr>
              <a:t>Reservaties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32120" y="157276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Overzicht van alle boekingen met status (actief/afgerond), klantinfo en totaalprijs.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9260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12" name="Text 10"/>
          <p:cNvSpPr/>
          <p:nvPr/>
        </p:nvSpPr>
        <p:spPr>
          <a:xfrm>
            <a:off x="502920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43000" y="3063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</a:rPr>
              <a:t>Klantgeschiedenis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49300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Per klant alle verhuren bekijken — wie heeft wat gehuurd en wanneer.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16" name="Text 14"/>
          <p:cNvSpPr/>
          <p:nvPr/>
        </p:nvSpPr>
        <p:spPr>
          <a:xfrm>
            <a:off x="4892040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32120" y="3063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</a:rPr>
              <a:t>Schaderapport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32120" y="349300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Alle gemelde schades per auto bekijken met beschrijving en schadeniveau.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Admin paneel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2E0"/>
                </a:solidFill>
              </a:rPr>
              <a:t>Volledige controle over het platform.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4114800" cy="1463040"/>
          </a:xfrm>
          <a:prstGeom prst="rect">
            <a:avLst/>
          </a:prstGeom>
          <a:solidFill>
            <a:srgbClr val="162338"/>
          </a:solidFill>
          <a:ln w="12700">
            <a:solidFill>
              <a:srgbClr val="1C2B45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6184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Gebruikers beheren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2057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2E0"/>
                </a:solidFill>
              </a:rPr>
              <a:t>Klanten en bedrijven bekijken, bewerken of verwijderen.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508760"/>
            <a:ext cx="4114800" cy="1463040"/>
          </a:xfrm>
          <a:prstGeom prst="rect">
            <a:avLst/>
          </a:prstGeom>
          <a:solidFill>
            <a:srgbClr val="162338"/>
          </a:solidFill>
          <a:ln w="12700">
            <a:solidFill>
              <a:srgbClr val="1C2B45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9" name="Text 7"/>
          <p:cNvSpPr/>
          <p:nvPr/>
        </p:nvSpPr>
        <p:spPr>
          <a:xfrm>
            <a:off x="48920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32120" y="16184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Alle reservaties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32120" y="2057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2E0"/>
                </a:solidFill>
              </a:rPr>
              <a:t>Overzicht van alle boekingen op het platform met status.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4114800" cy="1463040"/>
          </a:xfrm>
          <a:prstGeom prst="rect">
            <a:avLst/>
          </a:prstGeom>
          <a:solidFill>
            <a:srgbClr val="162338"/>
          </a:solidFill>
          <a:ln w="12700">
            <a:solidFill>
              <a:srgbClr val="1C2B45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3" name="Text 11"/>
          <p:cNvSpPr/>
          <p:nvPr/>
        </p:nvSpPr>
        <p:spPr>
          <a:xfrm>
            <a:off x="50292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3000" y="33101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Alle schaderapport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7490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2E0"/>
                </a:solidFill>
              </a:rPr>
              <a:t>Alle gemelde schades van alle bedrijven in één overzicht.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200400"/>
            <a:ext cx="4114800" cy="1463040"/>
          </a:xfrm>
          <a:prstGeom prst="rect">
            <a:avLst/>
          </a:prstGeom>
          <a:solidFill>
            <a:srgbClr val="162338"/>
          </a:solidFill>
          <a:ln w="12700">
            <a:solidFill>
              <a:srgbClr val="1C2B45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7" name="Text 15"/>
          <p:cNvSpPr/>
          <p:nvPr/>
        </p:nvSpPr>
        <p:spPr>
          <a:xfrm>
            <a:off x="489204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🚗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32120" y="33101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Auto's beheren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32120" y="37490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2E0"/>
                </a:solidFill>
              </a:rPr>
              <a:t>Filteren per bedrijf, auto's verwijderen indien nodig.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26B1F"/>
          </a:solidFill>
          <a:ln w="12700">
            <a:solidFill>
              <a:srgbClr val="F26B1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</a:rPr>
              <a:t>Technologie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06040" cy="1645920"/>
          </a:xfrm>
          <a:prstGeom prst="rect">
            <a:avLst/>
          </a:prstGeom>
          <a:solidFill>
            <a:srgbClr val="F5F6F8"/>
          </a:solidFill>
          <a:ln w="12700">
            <a:solidFill>
              <a:srgbClr val="E5E7EB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06040" cy="64008"/>
          </a:xfrm>
          <a:prstGeom prst="rect">
            <a:avLst/>
          </a:prstGeom>
          <a:solidFill>
            <a:srgbClr val="F26B1F"/>
          </a:solidFill>
          <a:ln w="12700">
            <a:solidFill>
              <a:srgbClr val="F26B1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C# WPF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Desktop applicatie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voor Windows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06040" cy="1645920"/>
          </a:xfrm>
          <a:prstGeom prst="rect">
            <a:avLst/>
          </a:prstGeom>
          <a:solidFill>
            <a:srgbClr val="F5F6F8"/>
          </a:solidFill>
          <a:ln w="12700">
            <a:solidFill>
              <a:srgbClr val="E5E7EB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06040" cy="64008"/>
          </a:xfrm>
          <a:prstGeom prst="rect">
            <a:avLst/>
          </a:prstGeom>
          <a:solidFill>
            <a:srgbClr val="F26B1F"/>
          </a:solidFill>
          <a:ln w="12700">
            <a:solidFill>
              <a:srgbClr val="F26B1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0" name="Text 8"/>
          <p:cNvSpPr/>
          <p:nvPr/>
        </p:nvSpPr>
        <p:spPr>
          <a:xfrm>
            <a:off x="3200400" y="11430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MySQL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+ XAMPP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1783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Relationele database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voor alle data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606040" cy="1645920"/>
          </a:xfrm>
          <a:prstGeom prst="rect">
            <a:avLst/>
          </a:prstGeom>
          <a:solidFill>
            <a:srgbClr val="F5F6F8"/>
          </a:solidFill>
          <a:ln w="12700">
            <a:solidFill>
              <a:srgbClr val="E5E7EB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606040" cy="64008"/>
          </a:xfrm>
          <a:prstGeom prst="rect">
            <a:avLst/>
          </a:prstGeom>
          <a:solidFill>
            <a:srgbClr val="F26B1F"/>
          </a:solidFill>
          <a:ln w="12700">
            <a:solidFill>
              <a:srgbClr val="F26B1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4" name="Text 12"/>
          <p:cNvSpPr/>
          <p:nvPr/>
        </p:nvSpPr>
        <p:spPr>
          <a:xfrm>
            <a:off x="6035040" y="11430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Visual Studio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35040" y="1783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IDE voor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ontwikkeling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2606040" cy="1645920"/>
          </a:xfrm>
          <a:prstGeom prst="rect">
            <a:avLst/>
          </a:prstGeom>
          <a:solidFill>
            <a:srgbClr val="F5F6F8"/>
          </a:solidFill>
          <a:ln w="12700">
            <a:solidFill>
              <a:srgbClr val="E5E7EB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2606040" cy="64008"/>
          </a:xfrm>
          <a:prstGeom prst="rect">
            <a:avLst/>
          </a:prstGeom>
          <a:solidFill>
            <a:srgbClr val="F26B1F"/>
          </a:solidFill>
          <a:ln w="12700">
            <a:solidFill>
              <a:srgbClr val="F26B1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8" name="Text 16"/>
          <p:cNvSpPr/>
          <p:nvPr/>
        </p:nvSpPr>
        <p:spPr>
          <a:xfrm>
            <a:off x="365760" y="30632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GitHub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" y="37033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Versiebeheer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teamsamenwerking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606040" cy="1645920"/>
          </a:xfrm>
          <a:prstGeom prst="rect">
            <a:avLst/>
          </a:prstGeom>
          <a:solidFill>
            <a:srgbClr val="F5F6F8"/>
          </a:solidFill>
          <a:ln w="12700">
            <a:solidFill>
              <a:srgbClr val="E5E7EB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21" name="Shape 19"/>
          <p:cNvSpPr/>
          <p:nvPr/>
        </p:nvSpPr>
        <p:spPr>
          <a:xfrm>
            <a:off x="3200400" y="2926080"/>
            <a:ext cx="2606040" cy="64008"/>
          </a:xfrm>
          <a:prstGeom prst="rect">
            <a:avLst/>
          </a:prstGeom>
          <a:solidFill>
            <a:srgbClr val="F26B1F"/>
          </a:solidFill>
          <a:ln w="12700">
            <a:solidFill>
              <a:srgbClr val="F26B1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2" name="Text 20"/>
          <p:cNvSpPr/>
          <p:nvPr/>
        </p:nvSpPr>
        <p:spPr>
          <a:xfrm>
            <a:off x="3200400" y="30632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Lucidchart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0" y="37033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ERD, wireframes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&amp; class diagram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2926080"/>
            <a:ext cx="2606040" cy="1645920"/>
          </a:xfrm>
          <a:prstGeom prst="rect">
            <a:avLst/>
          </a:prstGeom>
          <a:solidFill>
            <a:srgbClr val="F5F6F8"/>
          </a:solidFill>
          <a:ln w="12700">
            <a:solidFill>
              <a:srgbClr val="E5E7EB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25" name="Shape 23"/>
          <p:cNvSpPr/>
          <p:nvPr/>
        </p:nvSpPr>
        <p:spPr>
          <a:xfrm>
            <a:off x="6035040" y="2926080"/>
            <a:ext cx="2606040" cy="64008"/>
          </a:xfrm>
          <a:prstGeom prst="rect">
            <a:avLst/>
          </a:prstGeom>
          <a:solidFill>
            <a:srgbClr val="F26B1F"/>
          </a:solidFill>
          <a:ln w="12700">
            <a:solidFill>
              <a:srgbClr val="F26B1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6" name="Text 24"/>
          <p:cNvSpPr/>
          <p:nvPr/>
        </p:nvSpPr>
        <p:spPr>
          <a:xfrm>
            <a:off x="6035040" y="30632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</a:rPr>
              <a:t>phpMyAdmin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35040" y="37033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Database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beheer &amp; seeding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Uitdagingen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804672"/>
          </a:xfrm>
          <a:prstGeom prst="rect">
            <a:avLst/>
          </a:prstGeom>
          <a:solidFill>
            <a:srgbClr val="162338"/>
          </a:solidFill>
          <a:ln w="12700">
            <a:solidFill>
              <a:srgbClr val="1C2B45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64008" cy="804672"/>
          </a:xfrm>
          <a:prstGeom prst="rect">
            <a:avLst/>
          </a:prstGeom>
          <a:solidFill>
            <a:srgbClr val="F26B1F"/>
          </a:solidFill>
          <a:ln w="12700">
            <a:solidFill>
              <a:srgbClr val="F26B1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Tijdsdruk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26080" y="105156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2E0"/>
                </a:solidFill>
              </a:rPr>
              <a:t>Meerdere projecten en examens tegelijk → werk duidelijk verdeeld en wekelijkse prioriteiten gezet.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8412480" cy="804672"/>
          </a:xfrm>
          <a:prstGeom prst="rect">
            <a:avLst/>
          </a:prstGeom>
          <a:solidFill>
            <a:srgbClr val="162338"/>
          </a:solidFill>
          <a:ln w="12700">
            <a:solidFill>
              <a:srgbClr val="1C2B45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64008" cy="804672"/>
          </a:xfrm>
          <a:prstGeom prst="rect">
            <a:avLst/>
          </a:prstGeom>
          <a:solidFill>
            <a:srgbClr val="F26B1F"/>
          </a:solidFill>
          <a:ln w="12700">
            <a:solidFill>
              <a:srgbClr val="F26B1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Git merge conflicten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201168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2E0"/>
                </a:solidFill>
              </a:rPr>
              <a:t>Communicatie voor elke push verbeterd en conflicten zorgvuldig opgelost.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926080"/>
            <a:ext cx="8412480" cy="804672"/>
          </a:xfrm>
          <a:prstGeom prst="rect">
            <a:avLst/>
          </a:prstGeom>
          <a:solidFill>
            <a:srgbClr val="162338"/>
          </a:solidFill>
          <a:ln w="12700">
            <a:solidFill>
              <a:srgbClr val="1C2B45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64008" cy="804672"/>
          </a:xfrm>
          <a:prstGeom prst="rect">
            <a:avLst/>
          </a:prstGeom>
          <a:solidFill>
            <a:srgbClr val="F26B1F"/>
          </a:solidFill>
          <a:ln w="12700">
            <a:solidFill>
              <a:srgbClr val="F26B1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Database connectie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2971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2E0"/>
                </a:solidFill>
              </a:rPr>
              <a:t>App crashte bij verkeerde kolomnamen → null checks en foutafhandeling toegevoegd.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886200"/>
            <a:ext cx="8412480" cy="804672"/>
          </a:xfrm>
          <a:prstGeom prst="rect">
            <a:avLst/>
          </a:prstGeom>
          <a:solidFill>
            <a:srgbClr val="162338"/>
          </a:solidFill>
          <a:ln w="12700">
            <a:solidFill>
              <a:srgbClr val="1C2B45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6" name="Shape 14"/>
          <p:cNvSpPr/>
          <p:nvPr/>
        </p:nvSpPr>
        <p:spPr>
          <a:xfrm>
            <a:off x="365760" y="3886200"/>
            <a:ext cx="64008" cy="804672"/>
          </a:xfrm>
          <a:prstGeom prst="rect">
            <a:avLst/>
          </a:prstGeom>
          <a:solidFill>
            <a:srgbClr val="F26B1F"/>
          </a:solidFill>
          <a:ln w="12700">
            <a:solidFill>
              <a:srgbClr val="F26B1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7" name="Text 15"/>
          <p:cNvSpPr/>
          <p:nvPr/>
        </p:nvSpPr>
        <p:spPr>
          <a:xfrm>
            <a:off x="594360" y="3931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WPF &amp; OneDrive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26080" y="39319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2E0"/>
                </a:solidFill>
              </a:rPr>
              <a:t>Bestanden vergrendeld door sync → project verplaatst naar lokale map buiten OneDrive.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26B1F"/>
          </a:solidFill>
          <a:ln w="12700">
            <a:solidFill>
              <a:srgbClr val="F26B1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B2D"/>
                </a:solidFill>
              </a:rPr>
              <a:t>Wat we nog zouden toevoegen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554480"/>
          </a:xfrm>
          <a:prstGeom prst="rect">
            <a:avLst/>
          </a:prstGeom>
          <a:solidFill>
            <a:srgbClr val="F5F6F8"/>
          </a:solidFill>
          <a:ln w="12700">
            <a:solidFill>
              <a:srgbClr val="E5E7EB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11155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</a:rPr>
              <a:t>Peer-to-peer verhuur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554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Klanten kunnen hun eigen auto aanbieden — zoals Airbnb maar voor auto's.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0" cy="1554480"/>
          </a:xfrm>
          <a:prstGeom prst="rect">
            <a:avLst/>
          </a:prstGeom>
          <a:solidFill>
            <a:srgbClr val="F5F6F8"/>
          </a:solidFill>
          <a:ln w="12700">
            <a:solidFill>
              <a:srgbClr val="E5E7EB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9" name="Text 7"/>
          <p:cNvSpPr/>
          <p:nvPr/>
        </p:nvSpPr>
        <p:spPr>
          <a:xfrm>
            <a:off x="489204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77840" y="11155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</a:rPr>
              <a:t>Online betaling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0" y="1554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Stripe of Bancontact integratie direct in de app.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4114800" cy="1554480"/>
          </a:xfrm>
          <a:prstGeom prst="rect">
            <a:avLst/>
          </a:prstGeom>
          <a:solidFill>
            <a:srgbClr val="F5F6F8"/>
          </a:solidFill>
          <a:ln w="12700">
            <a:solidFill>
              <a:srgbClr val="E5E7EB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13" name="Text 11"/>
          <p:cNvSpPr/>
          <p:nvPr/>
        </p:nvSpPr>
        <p:spPr>
          <a:xfrm>
            <a:off x="50292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28986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</a:rPr>
              <a:t>Mobiele app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3375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Herbouwen als mobiele applicatie voor iOS en Android.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788920"/>
            <a:ext cx="4114800" cy="1554480"/>
          </a:xfrm>
          <a:prstGeom prst="rect">
            <a:avLst/>
          </a:prstGeom>
          <a:solidFill>
            <a:srgbClr val="F5F6F8"/>
          </a:solidFill>
          <a:ln w="12700">
            <a:solidFill>
              <a:srgbClr val="E5E7EB"/>
            </a:solidFill>
            <a:prstDash val="solid"/>
          </a:ln>
          <a:effectLst>
            <a:outerShdw blurRad="1524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17" name="Text 15"/>
          <p:cNvSpPr/>
          <p:nvPr/>
        </p:nvSpPr>
        <p:spPr>
          <a:xfrm>
            <a:off x="489204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77840" y="28986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</a:rPr>
              <a:t>Beoordelingssysteem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77840" y="33375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Volledige reviews voor zowel auto's als verhuurbedrijven.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Just Drive</a:t>
            </a:r>
            <a:r>
              <a:rPr lang="en-US" sz="4400" b="1" dirty="0">
                <a:solidFill>
                  <a:srgbClr val="F26B1F"/>
                </a:solidFill>
              </a:rPr>
              <a:t>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F26B1F"/>
                </a:solidFill>
              </a:rPr>
              <a:t>Demo + </a:t>
            </a:r>
            <a:r>
              <a:rPr lang="en-US" sz="2400" b="1" err="1">
                <a:solidFill>
                  <a:srgbClr val="F26B1F"/>
                </a:solidFill>
              </a:rPr>
              <a:t>Vragen</a:t>
            </a:r>
            <a:r>
              <a:rPr lang="en-US" sz="2400" b="1">
                <a:solidFill>
                  <a:srgbClr val="F26B1F"/>
                </a:solidFill>
              </a:rPr>
              <a:t>?</a:t>
            </a:r>
            <a:endParaRPr lang="en-US" sz="2400" b="1">
              <a:solidFill>
                <a:srgbClr val="F26B1F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</Words>
  <Application>Microsoft Office PowerPoint</Application>
  <PresentationFormat>Diavoorstelling (16:9)</PresentationFormat>
  <Paragraphs>128</Paragraphs>
  <Slides>10</Slides>
  <Notes>10</Notes>
  <HiddenSlides>0</HiddenSlides>
  <MMClips>0</MMClip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10</vt:i4>
      </vt:variant>
    </vt:vector>
  </HeadingPairs>
  <TitlesOfParts>
    <vt:vector size="11" baseType="lpstr"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7</cp:revision>
  <dcterms:created xsi:type="dcterms:W3CDTF">2026-05-31T13:05:43Z</dcterms:created>
  <dcterms:modified xsi:type="dcterms:W3CDTF">2026-05-31T13:42:34Z</dcterms:modified>
</cp:coreProperties>
</file>